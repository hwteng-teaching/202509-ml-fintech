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3" r:id="rId3"/>
    <p:sldId id="257" r:id="rId4"/>
    <p:sldId id="261" r:id="rId5"/>
    <p:sldId id="262" r:id="rId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550B8-70F6-4451-8578-0C8CB49E037D}" v="175" dt="2025-11-16T15:02:07.13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50800" cap="flat">
              <a:noFill/>
              <a:miter lim="400000"/>
            </a:ln>
          </a:left>
          <a:right>
            <a:ln w="50800" cap="flat">
              <a:noFill/>
              <a:miter lim="400000"/>
            </a:ln>
          </a:right>
          <a:top>
            <a:ln w="50800" cap="flat">
              <a:noFill/>
              <a:miter lim="400000"/>
            </a:ln>
          </a:top>
          <a:bottom>
            <a:ln w="50800" cap="flat">
              <a:noFill/>
              <a:miter lim="400000"/>
            </a:ln>
          </a:bottom>
          <a:insideH>
            <a:ln w="50800" cap="flat">
              <a:noFill/>
              <a:miter lim="400000"/>
            </a:ln>
          </a:insideH>
          <a:insideV>
            <a:ln w="508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允澤 藍" userId="7f64d23c6d2ecffd" providerId="LiveId" clId="{A78BDF17-5465-4428-A561-5DA4CE69B269}"/>
    <pc:docChg chg="undo redo custSel addSld delSld modSld sldOrd modMainMaster">
      <pc:chgData name="允澤 藍" userId="7f64d23c6d2ecffd" providerId="LiveId" clId="{A78BDF17-5465-4428-A561-5DA4CE69B269}" dt="2025-11-16T15:02:07.133" v="539" actId="20577"/>
      <pc:docMkLst>
        <pc:docMk/>
      </pc:docMkLst>
      <pc:sldChg chg="delSp modSp mod">
        <pc:chgData name="允澤 藍" userId="7f64d23c6d2ecffd" providerId="LiveId" clId="{A78BDF17-5465-4428-A561-5DA4CE69B269}" dt="2025-11-16T14:28:11.693" v="27" actId="478"/>
        <pc:sldMkLst>
          <pc:docMk/>
          <pc:sldMk cId="0" sldId="256"/>
        </pc:sldMkLst>
        <pc:spChg chg="mod">
          <ac:chgData name="允澤 藍" userId="7f64d23c6d2ecffd" providerId="LiveId" clId="{A78BDF17-5465-4428-A561-5DA4CE69B269}" dt="2025-11-16T14:28:06.330" v="26" actId="255"/>
          <ac:spMkLst>
            <pc:docMk/>
            <pc:sldMk cId="0" sldId="256"/>
            <ac:spMk id="65" creationId="{00000000-0000-0000-0000-000000000000}"/>
          </ac:spMkLst>
        </pc:spChg>
        <pc:spChg chg="del mod">
          <ac:chgData name="允澤 藍" userId="7f64d23c6d2ecffd" providerId="LiveId" clId="{A78BDF17-5465-4428-A561-5DA4CE69B269}" dt="2025-11-16T14:28:11.693" v="27" actId="478"/>
          <ac:spMkLst>
            <pc:docMk/>
            <pc:sldMk cId="0" sldId="256"/>
            <ac:spMk id="66" creationId="{00000000-0000-0000-0000-000000000000}"/>
          </ac:spMkLst>
        </pc:spChg>
        <pc:spChg chg="del mod">
          <ac:chgData name="允澤 藍" userId="7f64d23c6d2ecffd" providerId="LiveId" clId="{A78BDF17-5465-4428-A561-5DA4CE69B269}" dt="2025-11-16T14:03:17.113" v="14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允澤 藍" userId="7f64d23c6d2ecffd" providerId="LiveId" clId="{A78BDF17-5465-4428-A561-5DA4CE69B269}" dt="2025-11-16T14:03:18.088" v="15" actId="478"/>
          <ac:spMkLst>
            <pc:docMk/>
            <pc:sldMk cId="0" sldId="256"/>
            <ac:spMk id="68" creationId="{00000000-0000-0000-0000-000000000000}"/>
          </ac:spMkLst>
        </pc:spChg>
        <pc:picChg chg="del">
          <ac:chgData name="允澤 藍" userId="7f64d23c6d2ecffd" providerId="LiveId" clId="{A78BDF17-5465-4428-A561-5DA4CE69B269}" dt="2025-11-16T14:25:34.798" v="16" actId="478"/>
          <ac:picMkLst>
            <pc:docMk/>
            <pc:sldMk cId="0" sldId="256"/>
            <ac:picMk id="69" creationId="{00000000-0000-0000-0000-000000000000}"/>
          </ac:picMkLst>
        </pc:picChg>
      </pc:sldChg>
      <pc:sldChg chg="addSp delSp modSp mod">
        <pc:chgData name="允澤 藍" userId="7f64d23c6d2ecffd" providerId="LiveId" clId="{A78BDF17-5465-4428-A561-5DA4CE69B269}" dt="2025-11-16T14:54:35.344" v="386" actId="14100"/>
        <pc:sldMkLst>
          <pc:docMk/>
          <pc:sldMk cId="0" sldId="257"/>
        </pc:sldMkLst>
        <pc:spChg chg="mod">
          <ac:chgData name="允澤 藍" userId="7f64d23c6d2ecffd" providerId="LiveId" clId="{A78BDF17-5465-4428-A561-5DA4CE69B269}" dt="2025-11-16T14:02:54.061" v="5" actId="27636"/>
          <ac:spMkLst>
            <pc:docMk/>
            <pc:sldMk cId="0" sldId="257"/>
            <ac:spMk id="71" creationId="{00000000-0000-0000-0000-000000000000}"/>
          </ac:spMkLst>
        </pc:spChg>
        <pc:spChg chg="mod">
          <ac:chgData name="允澤 藍" userId="7f64d23c6d2ecffd" providerId="LiveId" clId="{A78BDF17-5465-4428-A561-5DA4CE69B269}" dt="2025-11-16T14:28:40.144" v="65"/>
          <ac:spMkLst>
            <pc:docMk/>
            <pc:sldMk cId="0" sldId="257"/>
            <ac:spMk id="73" creationId="{00000000-0000-0000-0000-000000000000}"/>
          </ac:spMkLst>
        </pc:spChg>
        <pc:spChg chg="mod">
          <ac:chgData name="允澤 藍" userId="7f64d23c6d2ecffd" providerId="LiveId" clId="{A78BDF17-5465-4428-A561-5DA4CE69B269}" dt="2025-11-16T14:35:03.941" v="132" actId="20577"/>
          <ac:spMkLst>
            <pc:docMk/>
            <pc:sldMk cId="0" sldId="257"/>
            <ac:spMk id="74" creationId="{00000000-0000-0000-0000-000000000000}"/>
          </ac:spMkLst>
        </pc:spChg>
        <pc:spChg chg="del mod">
          <ac:chgData name="允澤 藍" userId="7f64d23c6d2ecffd" providerId="LiveId" clId="{A78BDF17-5465-4428-A561-5DA4CE69B269}" dt="2025-11-16T14:28:44.879" v="66" actId="478"/>
          <ac:spMkLst>
            <pc:docMk/>
            <pc:sldMk cId="0" sldId="257"/>
            <ac:spMk id="76" creationId="{00000000-0000-0000-0000-000000000000}"/>
          </ac:spMkLst>
        </pc:spChg>
        <pc:spChg chg="del">
          <ac:chgData name="允澤 藍" userId="7f64d23c6d2ecffd" providerId="LiveId" clId="{A78BDF17-5465-4428-A561-5DA4CE69B269}" dt="2025-11-16T14:28:47.535" v="67" actId="478"/>
          <ac:spMkLst>
            <pc:docMk/>
            <pc:sldMk cId="0" sldId="257"/>
            <ac:spMk id="77" creationId="{00000000-0000-0000-0000-000000000000}"/>
          </ac:spMkLst>
        </pc:spChg>
        <pc:picChg chg="add del mod">
          <ac:chgData name="允澤 藍" userId="7f64d23c6d2ecffd" providerId="LiveId" clId="{A78BDF17-5465-4428-A561-5DA4CE69B269}" dt="2025-11-16T14:36:18.898" v="141" actId="478"/>
          <ac:picMkLst>
            <pc:docMk/>
            <pc:sldMk cId="0" sldId="257"/>
            <ac:picMk id="3" creationId="{5F1D59DF-1B4B-C235-E58A-878DB4EF1EF4}"/>
          </ac:picMkLst>
        </pc:picChg>
        <pc:picChg chg="add mod">
          <ac:chgData name="允澤 藍" userId="7f64d23c6d2ecffd" providerId="LiveId" clId="{A78BDF17-5465-4428-A561-5DA4CE69B269}" dt="2025-11-16T14:54:31.785" v="385" actId="1076"/>
          <ac:picMkLst>
            <pc:docMk/>
            <pc:sldMk cId="0" sldId="257"/>
            <ac:picMk id="5" creationId="{69EC0848-89F4-D83B-90D5-3399904CA1BB}"/>
          </ac:picMkLst>
        </pc:picChg>
        <pc:picChg chg="add mod">
          <ac:chgData name="允澤 藍" userId="7f64d23c6d2ecffd" providerId="LiveId" clId="{A78BDF17-5465-4428-A561-5DA4CE69B269}" dt="2025-11-16T14:54:35.344" v="386" actId="14100"/>
          <ac:picMkLst>
            <pc:docMk/>
            <pc:sldMk cId="0" sldId="257"/>
            <ac:picMk id="7" creationId="{52814C56-DFF2-4AF6-8087-2C98A114B1FB}"/>
          </ac:picMkLst>
        </pc:picChg>
      </pc:sldChg>
      <pc:sldChg chg="del">
        <pc:chgData name="允澤 藍" userId="7f64d23c6d2ecffd" providerId="LiveId" clId="{A78BDF17-5465-4428-A561-5DA4CE69B269}" dt="2025-11-16T14:36:54.054" v="147" actId="47"/>
        <pc:sldMkLst>
          <pc:docMk/>
          <pc:sldMk cId="0" sldId="258"/>
        </pc:sldMkLst>
      </pc:sldChg>
      <pc:sldChg chg="modSp del mod">
        <pc:chgData name="允澤 藍" userId="7f64d23c6d2ecffd" providerId="LiveId" clId="{A78BDF17-5465-4428-A561-5DA4CE69B269}" dt="2025-11-16T14:36:55.621" v="148" actId="47"/>
        <pc:sldMkLst>
          <pc:docMk/>
          <pc:sldMk cId="0" sldId="259"/>
        </pc:sldMkLst>
        <pc:spChg chg="mod">
          <ac:chgData name="允澤 藍" userId="7f64d23c6d2ecffd" providerId="LiveId" clId="{A78BDF17-5465-4428-A561-5DA4CE69B269}" dt="2025-11-16T14:02:54.067" v="8" actId="27636"/>
          <ac:spMkLst>
            <pc:docMk/>
            <pc:sldMk cId="0" sldId="259"/>
            <ac:spMk id="82" creationId="{00000000-0000-0000-0000-000000000000}"/>
          </ac:spMkLst>
        </pc:spChg>
        <pc:spChg chg="mod">
          <ac:chgData name="允澤 藍" userId="7f64d23c6d2ecffd" providerId="LiveId" clId="{A78BDF17-5465-4428-A561-5DA4CE69B269}" dt="2025-11-16T14:02:54.066" v="7" actId="27636"/>
          <ac:spMkLst>
            <pc:docMk/>
            <pc:sldMk cId="0" sldId="259"/>
            <ac:spMk id="84" creationId="{00000000-0000-0000-0000-000000000000}"/>
          </ac:spMkLst>
        </pc:spChg>
      </pc:sldChg>
      <pc:sldChg chg="modSp del mod">
        <pc:chgData name="允澤 藍" userId="7f64d23c6d2ecffd" providerId="LiveId" clId="{A78BDF17-5465-4428-A561-5DA4CE69B269}" dt="2025-11-16T14:36:57.117" v="149" actId="47"/>
        <pc:sldMkLst>
          <pc:docMk/>
          <pc:sldMk cId="0" sldId="260"/>
        </pc:sldMkLst>
        <pc:spChg chg="mod">
          <ac:chgData name="允澤 藍" userId="7f64d23c6d2ecffd" providerId="LiveId" clId="{A78BDF17-5465-4428-A561-5DA4CE69B269}" dt="2025-11-16T14:02:54.069" v="9" actId="27636"/>
          <ac:spMkLst>
            <pc:docMk/>
            <pc:sldMk cId="0" sldId="260"/>
            <ac:spMk id="89" creationId="{00000000-0000-0000-0000-000000000000}"/>
          </ac:spMkLst>
        </pc:spChg>
        <pc:spChg chg="mod">
          <ac:chgData name="允澤 藍" userId="7f64d23c6d2ecffd" providerId="LiveId" clId="{A78BDF17-5465-4428-A561-5DA4CE69B269}" dt="2025-11-16T14:02:54.070" v="10" actId="27636"/>
          <ac:spMkLst>
            <pc:docMk/>
            <pc:sldMk cId="0" sldId="260"/>
            <ac:spMk id="90" creationId="{00000000-0000-0000-0000-000000000000}"/>
          </ac:spMkLst>
        </pc:spChg>
      </pc:sldChg>
      <pc:sldChg chg="addSp delSp modSp add mod">
        <pc:chgData name="允澤 藍" userId="7f64d23c6d2ecffd" providerId="LiveId" clId="{A78BDF17-5465-4428-A561-5DA4CE69B269}" dt="2025-11-16T14:47:11.068" v="256" actId="20577"/>
        <pc:sldMkLst>
          <pc:docMk/>
          <pc:sldMk cId="3510479373" sldId="261"/>
        </pc:sldMkLst>
        <pc:spChg chg="mod">
          <ac:chgData name="允澤 藍" userId="7f64d23c6d2ecffd" providerId="LiveId" clId="{A78BDF17-5465-4428-A561-5DA4CE69B269}" dt="2025-11-16T14:47:11.068" v="256" actId="20577"/>
          <ac:spMkLst>
            <pc:docMk/>
            <pc:sldMk cId="3510479373" sldId="261"/>
            <ac:spMk id="74" creationId="{12C5C6EC-D870-DFF4-65F8-465188CC8924}"/>
          </ac:spMkLst>
        </pc:spChg>
        <pc:picChg chg="add mod">
          <ac:chgData name="允澤 藍" userId="7f64d23c6d2ecffd" providerId="LiveId" clId="{A78BDF17-5465-4428-A561-5DA4CE69B269}" dt="2025-11-16T14:42:02.075" v="183" actId="1076"/>
          <ac:picMkLst>
            <pc:docMk/>
            <pc:sldMk cId="3510479373" sldId="261"/>
            <ac:picMk id="3" creationId="{904FB335-71D4-DC1B-5A21-F6E1B74E392E}"/>
          </ac:picMkLst>
        </pc:picChg>
        <pc:picChg chg="del">
          <ac:chgData name="允澤 藍" userId="7f64d23c6d2ecffd" providerId="LiveId" clId="{A78BDF17-5465-4428-A561-5DA4CE69B269}" dt="2025-11-16T14:37:56.461" v="150" actId="478"/>
          <ac:picMkLst>
            <pc:docMk/>
            <pc:sldMk cId="3510479373" sldId="261"/>
            <ac:picMk id="5" creationId="{705984BB-A6A3-43F2-109A-CA568F4B1BA0}"/>
          </ac:picMkLst>
        </pc:picChg>
      </pc:sldChg>
      <pc:sldChg chg="delSp modSp add mod">
        <pc:chgData name="允澤 藍" userId="7f64d23c6d2ecffd" providerId="LiveId" clId="{A78BDF17-5465-4428-A561-5DA4CE69B269}" dt="2025-11-16T15:02:07.133" v="539" actId="20577"/>
        <pc:sldMkLst>
          <pc:docMk/>
          <pc:sldMk cId="2562367170" sldId="262"/>
        </pc:sldMkLst>
        <pc:spChg chg="mod">
          <ac:chgData name="允澤 藍" userId="7f64d23c6d2ecffd" providerId="LiveId" clId="{A78BDF17-5465-4428-A561-5DA4CE69B269}" dt="2025-11-16T15:02:07.133" v="539" actId="20577"/>
          <ac:spMkLst>
            <pc:docMk/>
            <pc:sldMk cId="2562367170" sldId="262"/>
            <ac:spMk id="74" creationId="{D2F40CEE-99D8-FB7E-A77D-8FA63D6BF41F}"/>
          </ac:spMkLst>
        </pc:spChg>
        <pc:picChg chg="del">
          <ac:chgData name="允澤 藍" userId="7f64d23c6d2ecffd" providerId="LiveId" clId="{A78BDF17-5465-4428-A561-5DA4CE69B269}" dt="2025-11-16T14:50:11.599" v="370" actId="478"/>
          <ac:picMkLst>
            <pc:docMk/>
            <pc:sldMk cId="2562367170" sldId="262"/>
            <ac:picMk id="3" creationId="{BD3C7542-8A98-D659-6169-CB84864AB65F}"/>
          </ac:picMkLst>
        </pc:picChg>
      </pc:sldChg>
      <pc:sldChg chg="addSp modSp add mod ord">
        <pc:chgData name="允澤 藍" userId="7f64d23c6d2ecffd" providerId="LiveId" clId="{A78BDF17-5465-4428-A561-5DA4CE69B269}" dt="2025-11-16T15:01:47.453" v="537" actId="14100"/>
        <pc:sldMkLst>
          <pc:docMk/>
          <pc:sldMk cId="3420733560" sldId="263"/>
        </pc:sldMkLst>
        <pc:spChg chg="mod">
          <ac:chgData name="允澤 藍" userId="7f64d23c6d2ecffd" providerId="LiveId" clId="{A78BDF17-5465-4428-A561-5DA4CE69B269}" dt="2025-11-16T15:01:01.636" v="531" actId="20577"/>
          <ac:spMkLst>
            <pc:docMk/>
            <pc:sldMk cId="3420733560" sldId="263"/>
            <ac:spMk id="73" creationId="{075F1DA6-F4DC-6ACE-D145-77CAD3053C51}"/>
          </ac:spMkLst>
        </pc:spChg>
        <pc:spChg chg="mod">
          <ac:chgData name="允澤 藍" userId="7f64d23c6d2ecffd" providerId="LiveId" clId="{A78BDF17-5465-4428-A561-5DA4CE69B269}" dt="2025-11-16T15:00:32.591" v="513" actId="20577"/>
          <ac:spMkLst>
            <pc:docMk/>
            <pc:sldMk cId="3420733560" sldId="263"/>
            <ac:spMk id="74" creationId="{3CC2E925-3E97-D00A-A83A-859ADC33EE33}"/>
          </ac:spMkLst>
        </pc:spChg>
        <pc:picChg chg="add mod modCrop">
          <ac:chgData name="允澤 藍" userId="7f64d23c6d2ecffd" providerId="LiveId" clId="{A78BDF17-5465-4428-A561-5DA4CE69B269}" dt="2025-11-16T15:01:47.453" v="537" actId="14100"/>
          <ac:picMkLst>
            <pc:docMk/>
            <pc:sldMk cId="3420733560" sldId="263"/>
            <ac:picMk id="3" creationId="{90322BBD-40CC-F68F-D1AD-138FDD19C17E}"/>
          </ac:picMkLst>
        </pc:picChg>
      </pc:sldChg>
      <pc:sldMasterChg chg="delSp modSp mod delSldLayout modSldLayout">
        <pc:chgData name="允澤 藍" userId="7f64d23c6d2ecffd" providerId="LiveId" clId="{A78BDF17-5465-4428-A561-5DA4CE69B269}" dt="2025-11-16T14:36:55.621" v="148" actId="47"/>
        <pc:sldMasterMkLst>
          <pc:docMk/>
          <pc:sldMasterMk cId="0" sldId="2147483648"/>
        </pc:sldMasterMkLst>
        <pc:spChg chg="del">
          <ac:chgData name="允澤 藍" userId="7f64d23c6d2ecffd" providerId="LiveId" clId="{A78BDF17-5465-4428-A561-5DA4CE69B269}" dt="2025-11-16T14:27:51.544" v="23" actId="478"/>
          <ac:spMkLst>
            <pc:docMk/>
            <pc:sldMasterMk cId="0" sldId="2147483648"/>
            <ac:spMk id="4" creationId="{00000000-0000-0000-0000-000000000000}"/>
          </ac:spMkLst>
        </pc:spChg>
        <pc:spChg chg="del mod">
          <ac:chgData name="允澤 藍" userId="7f64d23c6d2ecffd" providerId="LiveId" clId="{A78BDF17-5465-4428-A561-5DA4CE69B269}" dt="2025-11-16T14:27:46.006" v="22" actId="478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允澤 藍" userId="7f64d23c6d2ecffd" providerId="LiveId" clId="{A78BDF17-5465-4428-A561-5DA4CE69B269}" dt="2025-11-16T14:26:50.607" v="20" actId="20577"/>
          <ac:spMkLst>
            <pc:docMk/>
            <pc:sldMasterMk cId="0" sldId="2147483648"/>
            <ac:spMk id="7" creationId="{00000000-0000-0000-0000-000000000000}"/>
          </ac:spMkLst>
        </pc:spChg>
        <pc:sldLayoutChg chg="modSp del mod">
          <pc:chgData name="允澤 藍" userId="7f64d23c6d2ecffd" providerId="LiveId" clId="{A78BDF17-5465-4428-A561-5DA4CE69B269}" dt="2025-11-16T14:36:54.054" v="147" actId="47"/>
          <pc:sldLayoutMkLst>
            <pc:docMk/>
            <pc:sldMasterMk cId="0" sldId="2147483648"/>
            <pc:sldLayoutMk cId="0" sldId="2147483650"/>
          </pc:sldLayoutMkLst>
          <pc:spChg chg="mod">
            <ac:chgData name="允澤 藍" userId="7f64d23c6d2ecffd" providerId="LiveId" clId="{A78BDF17-5465-4428-A561-5DA4CE69B269}" dt="2025-11-16T14:02:54.074" v="11" actId="27636"/>
            <ac:spMkLst>
              <pc:docMk/>
              <pc:sldMasterMk cId="0" sldId="2147483648"/>
              <pc:sldLayoutMk cId="0" sldId="2147483650"/>
              <ac:spMk id="24" creationId="{00000000-0000-0000-0000-000000000000}"/>
            </ac:spMkLst>
          </pc:spChg>
        </pc:sldLayoutChg>
        <pc:sldLayoutChg chg="del">
          <pc:chgData name="允澤 藍" userId="7f64d23c6d2ecffd" providerId="LiveId" clId="{A78BDF17-5465-4428-A561-5DA4CE69B269}" dt="2025-11-16T14:36:55.621" v="148" actId="47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20C1660-EE7F-937C-4509-84D8ED278D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0D6556-A359-E2C9-46DE-A14079A8BF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8D46F-5777-4335-B467-1F61CE150F11}" type="datetimeFigureOut">
              <a:rPr lang="zh-TW" altLang="en-US" smtClean="0"/>
              <a:t>2025/11/16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10B252-6FD6-5105-B63C-9CFB41DD05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7A6673-5757-85DA-0214-885F749127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0E361-F905-4294-8029-BA81A9C2E9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46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571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mplate Present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t>Title</a:t>
            </a:r>
          </a:p>
        </p:txBody>
      </p:sp>
      <p:sp>
        <p:nvSpPr>
          <p:cNvPr id="1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" name="線條"/>
          <p:cNvSpPr/>
          <p:nvPr/>
        </p:nvSpPr>
        <p:spPr>
          <a:xfrm>
            <a:off x="761999" y="624879"/>
            <a:ext cx="114742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" name="Sec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55809" y="213147"/>
            <a:ext cx="9502858" cy="399033"/>
          </a:xfrm>
          <a:prstGeom prst="rect">
            <a:avLst/>
          </a:prstGeom>
        </p:spPr>
        <p:txBody>
          <a:bodyPr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Section Title</a:t>
            </a:r>
          </a:p>
        </p:txBody>
      </p:sp>
      <p:sp>
        <p:nvSpPr>
          <p:cNvPr id="38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9" name="文字"/>
          <p:cNvSpPr txBox="1">
            <a:spLocks noGrp="1"/>
          </p:cNvSpPr>
          <p:nvPr>
            <p:ph type="body" sz="quarter" idx="23"/>
          </p:nvPr>
        </p:nvSpPr>
        <p:spPr>
          <a:xfrm>
            <a:off x="761999" y="1581811"/>
            <a:ext cx="11467783" cy="6883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/>
          </a:p>
        </p:txBody>
      </p:sp>
      <p:sp>
        <p:nvSpPr>
          <p:cNvPr id="40" name="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Title</a:t>
            </a:r>
          </a:p>
        </p:txBody>
      </p:sp>
      <p:sp>
        <p:nvSpPr>
          <p:cNvPr id="41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42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50" y="230380"/>
            <a:ext cx="2370215" cy="229898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6" name="大標題文字"/>
          <p:cNvSpPr txBox="1">
            <a:spLocks noGrp="1"/>
          </p:cNvSpPr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大標題文字</a:t>
            </a:r>
          </a:p>
        </p:txBody>
      </p:sp>
      <p:sp>
        <p:nvSpPr>
          <p:cNvPr id="7" name="內文層級一…"/>
          <p:cNvSpPr txBox="1">
            <a:spLocks noGrp="1"/>
          </p:cNvSpPr>
          <p:nvPr>
            <p:ph type="body" idx="1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內文層級一</a:t>
            </a:r>
            <a:endParaRPr dirty="0"/>
          </a:p>
          <a:p>
            <a:pPr lvl="1"/>
            <a:r>
              <a:rPr dirty="0" err="1"/>
              <a:t>內文層級</a:t>
            </a:r>
            <a:endParaRPr dirty="0"/>
          </a:p>
        </p:txBody>
      </p:sp>
      <p:sp>
        <p:nvSpPr>
          <p:cNvPr id="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 algn="ctr">
              <a:defRPr sz="16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N Template"/>
          <p:cNvSpPr txBox="1">
            <a:spLocks noGrp="1"/>
          </p:cNvSpPr>
          <p:nvPr>
            <p:ph type="body" idx="21"/>
          </p:nvPr>
        </p:nvSpPr>
        <p:spPr>
          <a:xfrm>
            <a:off x="773350" y="2649953"/>
            <a:ext cx="11458100" cy="176078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5400" dirty="0"/>
              <a:t>BTC Trading Signal Generation:</a:t>
            </a:r>
          </a:p>
          <a:p>
            <a:endParaRPr lang="en-US" sz="4800" dirty="0"/>
          </a:p>
          <a:p>
            <a:r>
              <a:rPr lang="en-US" sz="4800" dirty="0"/>
              <a:t>Integrating Market</a:t>
            </a:r>
            <a:r>
              <a:rPr lang="zh-TW" altLang="en-US" sz="4800" dirty="0"/>
              <a:t> </a:t>
            </a:r>
            <a:r>
              <a:rPr lang="en-US" sz="4800" dirty="0"/>
              <a:t>Microstructure and Technical Indicators</a:t>
            </a:r>
            <a:endParaRPr sz="4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E1C1-F7CD-E3A6-912D-9B28C7F9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編號">
            <a:extLst>
              <a:ext uri="{FF2B5EF4-FFF2-40B4-BE49-F238E27FC236}">
                <a16:creationId xmlns:a16="http://schemas.microsoft.com/office/drawing/2014/main" id="{E2E28D8C-96F4-A896-1209-D8A608D0A1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5FFBB3DF-DBB9-E672-AD19-F649491A1A0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73" name="Motivation">
            <a:extLst>
              <a:ext uri="{FF2B5EF4-FFF2-40B4-BE49-F238E27FC236}">
                <a16:creationId xmlns:a16="http://schemas.microsoft.com/office/drawing/2014/main" id="{075F1DA6-F4DC-6ACE-D145-77CAD3053C51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Overview</a:t>
            </a:r>
          </a:p>
          <a:p>
            <a:endParaRPr dirty="0"/>
          </a:p>
        </p:txBody>
      </p:sp>
      <p:sp>
        <p:nvSpPr>
          <p:cNvPr id="74" name="Motivate your presentation on 3-10 slides…">
            <a:extLst>
              <a:ext uri="{FF2B5EF4-FFF2-40B4-BE49-F238E27FC236}">
                <a16:creationId xmlns:a16="http://schemas.microsoft.com/office/drawing/2014/main" id="{3CC2E925-3E97-D00A-A83A-859ADC33EE33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62222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 lang="en-US" altLang="zh-TW" dirty="0"/>
          </a:p>
        </p:txBody>
      </p:sp>
      <p:sp>
        <p:nvSpPr>
          <p:cNvPr id="75" name="IDA Template">
            <a:extLst>
              <a:ext uri="{FF2B5EF4-FFF2-40B4-BE49-F238E27FC236}">
                <a16:creationId xmlns:a16="http://schemas.microsoft.com/office/drawing/2014/main" id="{4242F2BB-DB75-F334-CD69-A033C3272224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IDA Template</a:t>
            </a:r>
          </a:p>
        </p:txBody>
      </p:sp>
      <p:pic>
        <p:nvPicPr>
          <p:cNvPr id="3" name="圖片 2" descr="一張含有 文字, 螢幕擷取畫面, 字型, 平行 的圖片&#10;&#10;AI 產生的內容可能不正確。">
            <a:extLst>
              <a:ext uri="{FF2B5EF4-FFF2-40B4-BE49-F238E27FC236}">
                <a16:creationId xmlns:a16="http://schemas.microsoft.com/office/drawing/2014/main" id="{90322BBD-40CC-F68F-D1AD-138FDD19C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9"/>
          <a:stretch>
            <a:fillRect/>
          </a:stretch>
        </p:blipFill>
        <p:spPr>
          <a:xfrm>
            <a:off x="1644314" y="2204034"/>
            <a:ext cx="9569751" cy="6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3356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2" name="Motiv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73" name="Motivation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Research</a:t>
            </a:r>
            <a:r>
              <a:rPr lang="zh-TW" altLang="en-US" dirty="0"/>
              <a:t> </a:t>
            </a:r>
            <a:r>
              <a:rPr lang="en-US" altLang="zh-TW" dirty="0"/>
              <a:t>Design</a:t>
            </a:r>
            <a:endParaRPr dirty="0"/>
          </a:p>
        </p:txBody>
      </p:sp>
      <p:sp>
        <p:nvSpPr>
          <p:cNvPr id="74" name="Motivate your presentation on 3-10 slides…"/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2353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dirty="0"/>
              <a:t>Benchmark model:</a:t>
            </a:r>
            <a:r>
              <a:rPr lang="zh-TW" altLang="en-US" dirty="0"/>
              <a:t> </a:t>
            </a:r>
            <a:r>
              <a:rPr lang="en-US" altLang="zh-TW" dirty="0" err="1"/>
              <a:t>OrdinaryLeast</a:t>
            </a:r>
            <a:r>
              <a:rPr lang="en-US" altLang="zh-TW" dirty="0"/>
              <a:t> Squares (OLS) regression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 lang="en-US" altLang="zh-TW" dirty="0"/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 lang="en-US" altLang="zh-TW" dirty="0"/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 lang="en-US" altLang="zh-TW" dirty="0"/>
          </a:p>
        </p:txBody>
      </p:sp>
      <p:sp>
        <p:nvSpPr>
          <p:cNvPr id="75" name="IDA Template"/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IDA Template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EC0848-89F4-D83B-90D5-3399904C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575" y="2852532"/>
            <a:ext cx="6012582" cy="484619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2814C56-DFF2-4AF6-8087-2C98A114B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0" y="3020787"/>
            <a:ext cx="6376676" cy="46779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C305-E369-E8D4-775D-0B4C8DA9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編號">
            <a:extLst>
              <a:ext uri="{FF2B5EF4-FFF2-40B4-BE49-F238E27FC236}">
                <a16:creationId xmlns:a16="http://schemas.microsoft.com/office/drawing/2014/main" id="{7F1481BC-E36A-9169-4762-22482912196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C133F694-6D98-F737-7EDB-CB36B7453CA5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73" name="Motivation">
            <a:extLst>
              <a:ext uri="{FF2B5EF4-FFF2-40B4-BE49-F238E27FC236}">
                <a16:creationId xmlns:a16="http://schemas.microsoft.com/office/drawing/2014/main" id="{99DDFC8B-4131-FC6A-1411-8A3ED04B0F25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Research</a:t>
            </a:r>
            <a:r>
              <a:rPr lang="zh-TW" altLang="en-US" dirty="0"/>
              <a:t> </a:t>
            </a:r>
            <a:r>
              <a:rPr lang="en-US" altLang="zh-TW" dirty="0"/>
              <a:t>Design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Motivate your presentation on 3-10 slides…">
                <a:extLst>
                  <a:ext uri="{FF2B5EF4-FFF2-40B4-BE49-F238E27FC236}">
                    <a16:creationId xmlns:a16="http://schemas.microsoft.com/office/drawing/2014/main" id="{12C5C6EC-D870-DFF4-65F8-465188CC8924}"/>
                  </a:ext>
                </a:extLst>
              </p:cNvPr>
              <p:cNvSpPr txBox="1">
                <a:spLocks noGrp="1"/>
              </p:cNvSpPr>
              <p:nvPr>
                <p:ph type="body" idx="23"/>
              </p:nvPr>
            </p:nvSpPr>
            <p:spPr>
              <a:xfrm>
                <a:off x="761999" y="1581811"/>
                <a:ext cx="11467783" cy="4661789"/>
              </a:xfrm>
              <a:prstGeom prst="rect">
                <a:avLst/>
              </a:prstGeom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/>
              <a:lstStyle/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Trading strategy and stop-loss / take-profit design</a:t>
                </a:r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endParaRPr lang="en-US" altLang="zh-TW" dirty="0"/>
              </a:p>
              <a:p>
                <a:pPr marL="457200" indent="-457200">
                  <a:lnSpc>
                    <a:spcPts val="4500"/>
                  </a:lnSpc>
                  <a:buClr>
                    <a:srgbClr val="00599E"/>
                  </a:buClr>
                  <a:buSzPct val="100000"/>
                  <a:buFont typeface="Arial" panose="020B0604020202020204" pitchFamily="34" charset="0"/>
                  <a:buChar char="•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Long position is established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fee</m:t>
                    </m:r>
                  </m:oMath>
                </a14:m>
                <a:endParaRPr lang="en-US" altLang="zh-TW" dirty="0"/>
              </a:p>
              <a:p>
                <a:pPr marL="457200" indent="-457200">
                  <a:lnSpc>
                    <a:spcPts val="4500"/>
                  </a:lnSpc>
                  <a:buClr>
                    <a:srgbClr val="00599E"/>
                  </a:buClr>
                  <a:buSzPct val="100000"/>
                  <a:buFont typeface="Arial" panose="020B0604020202020204" pitchFamily="34" charset="0"/>
                  <a:buChar char="•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Short position is opened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&lt;−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fee</m:t>
                    </m:r>
                  </m:oMath>
                </a14:m>
                <a:endParaRPr lang="en-US" altLang="zh-TW" dirty="0"/>
              </a:p>
              <a:p>
                <a:pPr marL="457200" indent="-457200">
                  <a:lnSpc>
                    <a:spcPts val="4500"/>
                  </a:lnSpc>
                  <a:buClr>
                    <a:srgbClr val="00599E"/>
                  </a:buClr>
                  <a:buSzPct val="100000"/>
                  <a:buFont typeface="Arial" panose="020B0604020202020204" pitchFamily="34" charset="0"/>
                  <a:buChar char="•"/>
                  <a:defRPr sz="3000">
                    <a:solidFill>
                      <a:srgbClr val="5A5F5E"/>
                    </a:solidFill>
                  </a:defRPr>
                </a:pPr>
                <a:endParaRPr lang="en-US" altLang="zh-TW" dirty="0"/>
              </a:p>
              <a:p>
                <a:pPr marL="457200" indent="-457200">
                  <a:lnSpc>
                    <a:spcPts val="4500"/>
                  </a:lnSpc>
                  <a:buClr>
                    <a:srgbClr val="00599E"/>
                  </a:buClr>
                  <a:buSzPct val="100000"/>
                  <a:buFont typeface="Arial" panose="020B0604020202020204" pitchFamily="34" charset="0"/>
                  <a:buChar char="•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take-profit threshold: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𝐴𝑇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</a:p>
              <a:p>
                <a:pPr marL="457200" indent="-457200">
                  <a:lnSpc>
                    <a:spcPts val="4500"/>
                  </a:lnSpc>
                  <a:buClr>
                    <a:srgbClr val="00599E"/>
                  </a:buClr>
                  <a:buSzPct val="100000"/>
                  <a:buFont typeface="Arial" panose="020B0604020202020204" pitchFamily="34" charset="0"/>
                  <a:buChar char="•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stop-loss threshold: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000" b="0" i="0" dirty="0" smtClean="0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altLang="zh-TW" sz="3000" b="0" i="0" dirty="0" smtClean="0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3000" i="1" dirty="0" smtClean="0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3000" i="1" dirty="0" smtClean="0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𝑆𝐿</m:t>
                    </m:r>
                    <m:r>
                      <a:rPr lang="en-US" altLang="zh-TW" sz="3000" i="1" dirty="0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zh-TW" sz="3000" i="1" dirty="0" err="1">
                        <a:solidFill>
                          <a:srgbClr val="5A5F5E"/>
                        </a:solidFill>
                        <a:latin typeface="Cambria Math" panose="02040503050406030204" pitchFamily="18" charset="0"/>
                      </a:rPr>
                      <m:t>𝐴𝑇</m:t>
                    </m:r>
                    <m:sSub>
                      <m:sSubPr>
                        <m:ctrlPr>
                          <a:rPr lang="en-US" altLang="zh-TW" sz="3000" i="1" dirty="0" err="1" smtClean="0">
                            <a:solidFill>
                              <a:srgbClr val="5A5F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 err="1">
                            <a:solidFill>
                              <a:srgbClr val="5A5F5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3000" i="1" dirty="0" err="1" smtClean="0">
                            <a:solidFill>
                              <a:srgbClr val="5A5F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endParaRPr lang="en-US" altLang="zh-TW" dirty="0"/>
              </a:p>
            </p:txBody>
          </p:sp>
        </mc:Choice>
        <mc:Fallback>
          <p:sp>
            <p:nvSpPr>
              <p:cNvPr id="74" name="Motivate your presentation on 3-10 slides…">
                <a:extLst>
                  <a:ext uri="{FF2B5EF4-FFF2-40B4-BE49-F238E27FC236}">
                    <a16:creationId xmlns:a16="http://schemas.microsoft.com/office/drawing/2014/main" id="{12C5C6EC-D870-DFF4-65F8-465188CC892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3"/>
              </p:nvPr>
            </p:nvSpPr>
            <p:spPr>
              <a:xfrm>
                <a:off x="761999" y="1581811"/>
                <a:ext cx="11467783" cy="4661789"/>
              </a:xfrm>
              <a:prstGeom prst="rect">
                <a:avLst/>
              </a:prstGeom>
              <a:blipFill>
                <a:blip r:embed="rId2"/>
                <a:stretch>
                  <a:fillRect l="-1542" t="-392"/>
                </a:stretch>
              </a:blipFill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IDA Template">
            <a:extLst>
              <a:ext uri="{FF2B5EF4-FFF2-40B4-BE49-F238E27FC236}">
                <a16:creationId xmlns:a16="http://schemas.microsoft.com/office/drawing/2014/main" id="{C4EFAE6C-B647-2FBD-C72D-5EE166BF5A9D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IDA Template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04FB335-71D4-DC1B-5A21-F6E1B74E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09" y="6285448"/>
            <a:ext cx="589679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793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6AFB-0D99-BA0E-F614-5132A3A2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編號">
            <a:extLst>
              <a:ext uri="{FF2B5EF4-FFF2-40B4-BE49-F238E27FC236}">
                <a16:creationId xmlns:a16="http://schemas.microsoft.com/office/drawing/2014/main" id="{70C1952D-CD64-CCE7-6E40-E88155241AC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87D9619A-8126-D0C1-ED95-ED8005AF826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73" name="Motivation">
            <a:extLst>
              <a:ext uri="{FF2B5EF4-FFF2-40B4-BE49-F238E27FC236}">
                <a16:creationId xmlns:a16="http://schemas.microsoft.com/office/drawing/2014/main" id="{82F1934B-7C7F-B5FD-6715-DD7356DA1A28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Research</a:t>
            </a:r>
            <a:r>
              <a:rPr lang="zh-TW" altLang="en-US" dirty="0"/>
              <a:t> </a:t>
            </a:r>
            <a:r>
              <a:rPr lang="en-US" altLang="zh-TW" dirty="0"/>
              <a:t>Design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Motivate your presentation on 3-10 slides…">
                <a:extLst>
                  <a:ext uri="{FF2B5EF4-FFF2-40B4-BE49-F238E27FC236}">
                    <a16:creationId xmlns:a16="http://schemas.microsoft.com/office/drawing/2014/main" id="{D2F40CEE-99D8-FB7E-A77D-8FA63D6BF41F}"/>
                  </a:ext>
                </a:extLst>
              </p:cNvPr>
              <p:cNvSpPr txBox="1">
                <a:spLocks noGrp="1"/>
              </p:cNvSpPr>
              <p:nvPr>
                <p:ph type="body" idx="23"/>
              </p:nvPr>
            </p:nvSpPr>
            <p:spPr>
              <a:xfrm>
                <a:off x="761999" y="1581811"/>
                <a:ext cx="11467783" cy="3507627"/>
              </a:xfrm>
              <a:prstGeom prst="rect">
                <a:avLst/>
              </a:prstGeom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Compared model: Random Forest</a:t>
                </a:r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endParaRPr lang="en-US" altLang="zh-TW" dirty="0"/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Reason: We found that RF is better than </a:t>
                </a:r>
                <a:r>
                  <a:rPr lang="en-US" altLang="zh-TW" dirty="0" err="1"/>
                  <a:t>XGboost</a:t>
                </a:r>
                <a:r>
                  <a:rPr lang="en-US" altLang="zh-TW" dirty="0"/>
                  <a:t> and LSTM.</a:t>
                </a:r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endParaRPr lang="en-US" altLang="zh-TW" dirty="0"/>
              </a:p>
              <a:p>
                <a:pPr marL="444500" indent="-444500">
                  <a:lnSpc>
                    <a:spcPts val="4500"/>
                  </a:lnSpc>
                  <a:buClr>
                    <a:srgbClr val="00599E"/>
                  </a:buClr>
                  <a:buSzPct val="100000"/>
                  <a:buChar char="⊡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Optimal parameters: </a:t>
                </a:r>
              </a:p>
              <a:p>
                <a:pPr>
                  <a:lnSpc>
                    <a:spcPts val="4500"/>
                  </a:lnSpc>
                  <a:buClr>
                    <a:srgbClr val="00599E"/>
                  </a:buClr>
                  <a:buSzPct val="100000"/>
                  <a:defRPr sz="3000">
                    <a:solidFill>
                      <a:srgbClr val="5A5F5E"/>
                    </a:solidFill>
                  </a:defRPr>
                </a:pPr>
                <a:r>
                  <a:rPr lang="en-US" altLang="zh-TW" dirty="0"/>
                  <a:t>	Grid search over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0.5, 3.0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with an increment of 0.1</a:t>
                </a:r>
              </a:p>
            </p:txBody>
          </p:sp>
        </mc:Choice>
        <mc:Fallback>
          <p:sp>
            <p:nvSpPr>
              <p:cNvPr id="74" name="Motivate your presentation on 3-10 slides…">
                <a:extLst>
                  <a:ext uri="{FF2B5EF4-FFF2-40B4-BE49-F238E27FC236}">
                    <a16:creationId xmlns:a16="http://schemas.microsoft.com/office/drawing/2014/main" id="{D2F40CEE-99D8-FB7E-A77D-8FA63D6BF41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3"/>
              </p:nvPr>
            </p:nvSpPr>
            <p:spPr>
              <a:xfrm>
                <a:off x="761999" y="1581811"/>
                <a:ext cx="11467783" cy="3507627"/>
              </a:xfrm>
              <a:prstGeom prst="rect">
                <a:avLst/>
              </a:prstGeom>
              <a:blipFill>
                <a:blip r:embed="rId2"/>
                <a:stretch>
                  <a:fillRect l="-1542" t="-521" b="-4167"/>
                </a:stretch>
              </a:blipFill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IDA Template">
            <a:extLst>
              <a:ext uri="{FF2B5EF4-FFF2-40B4-BE49-F238E27FC236}">
                <a16:creationId xmlns:a16="http://schemas.microsoft.com/office/drawing/2014/main" id="{AE56685D-FD22-6DA1-BE43-781DBECC6F2F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IDA Template</a:t>
            </a:r>
          </a:p>
        </p:txBody>
      </p:sp>
    </p:spTree>
    <p:extLst>
      <p:ext uri="{BB962C8B-B14F-4D97-AF65-F5344CB8AC3E}">
        <p14:creationId xmlns:p14="http://schemas.microsoft.com/office/powerpoint/2010/main" val="25623671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自訂</PresentationFormat>
  <Paragraphs>34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Avenir Roman</vt:lpstr>
      <vt:lpstr>Helvetica Neue</vt:lpstr>
      <vt:lpstr>Helvetica Neue Light</vt:lpstr>
      <vt:lpstr>Helvetica Neue Thin</vt:lpstr>
      <vt:lpstr>Arial</vt:lpstr>
      <vt:lpstr>Cambria Math</vt:lpstr>
      <vt:lpstr>Showroom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允澤 藍</cp:lastModifiedBy>
  <cp:revision>1</cp:revision>
  <dcterms:modified xsi:type="dcterms:W3CDTF">2025-11-16T15:02:17Z</dcterms:modified>
</cp:coreProperties>
</file>